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Mon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Mono-boldItalic.fntdata"/><Relationship Id="rId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Mono-regular.fntdata"/><Relationship Id="rId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49900" y="142875"/>
            <a:ext cx="8520600" cy="48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The 3 Zones of Git :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800"/>
              <a:t>Working Directory :         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Create,edit,and delete files.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                                          git add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800"/>
              <a:t>Staging Area :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Choose changes to include in the next commit.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                                                                                </a:t>
            </a:r>
            <a:r>
              <a:rPr lang="en" sz="1800"/>
              <a:t>   git commit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2800"/>
              <a:t>Git Repository :</a:t>
            </a:r>
            <a:endParaRPr sz="2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Save a snapshot in your local project history. 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88038"/>
                </a:solidFill>
              </a:rPr>
              <a:t>Remember </a:t>
            </a:r>
            <a:r>
              <a:rPr lang="en" sz="1900"/>
              <a:t>: </a:t>
            </a:r>
            <a:r>
              <a:rPr b="1" lang="en" sz="1544">
                <a:latin typeface="Roboto Mono"/>
                <a:ea typeface="Roboto Mono"/>
                <a:cs typeface="Roboto Mono"/>
                <a:sym typeface="Roboto Mono"/>
              </a:rPr>
              <a:t>git add</a:t>
            </a:r>
            <a:r>
              <a:rPr b="1" lang="en" sz="1544"/>
              <a:t> → </a:t>
            </a:r>
            <a:r>
              <a:rPr b="1" lang="en" sz="1544">
                <a:latin typeface="Roboto Mono"/>
                <a:ea typeface="Roboto Mono"/>
                <a:cs typeface="Roboto Mono"/>
                <a:sym typeface="Roboto Mono"/>
              </a:rPr>
              <a:t>git commit</a:t>
            </a:r>
            <a:r>
              <a:rPr b="1" lang="en" sz="1544"/>
              <a:t> → </a:t>
            </a:r>
            <a:r>
              <a:rPr b="1" lang="en" sz="1544">
                <a:latin typeface="Roboto Mono"/>
                <a:ea typeface="Roboto Mono"/>
                <a:cs typeface="Roboto Mono"/>
                <a:sym typeface="Roboto Mono"/>
              </a:rPr>
              <a:t>git push</a:t>
            </a:r>
            <a:r>
              <a:rPr b="1" lang="en" sz="1544"/>
              <a:t> .</a:t>
            </a:r>
            <a:endParaRPr sz="1900"/>
          </a:p>
        </p:txBody>
      </p:sp>
      <p:cxnSp>
        <p:nvCxnSpPr>
          <p:cNvPr id="55" name="Google Shape;55;p13"/>
          <p:cNvCxnSpPr/>
          <p:nvPr/>
        </p:nvCxnSpPr>
        <p:spPr>
          <a:xfrm>
            <a:off x="4098325" y="2002825"/>
            <a:ext cx="0" cy="40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" name="Google Shape;56;p13"/>
          <p:cNvCxnSpPr/>
          <p:nvPr/>
        </p:nvCxnSpPr>
        <p:spPr>
          <a:xfrm>
            <a:off x="6322550" y="3377525"/>
            <a:ext cx="0" cy="3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