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00650" y="0"/>
            <a:ext cx="89427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                          </a:t>
            </a:r>
            <a:r>
              <a:rPr b="1" lang="en" sz="23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Réalisation : Actions brutes de l’Administrateur</a:t>
            </a:r>
            <a:endParaRPr b="1" sz="23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22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Liste des actions repérées sur l’Espace Administration :</a:t>
            </a:r>
            <a:endParaRPr b="1" sz="1422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i="1"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Sur le Tableau de bord :</a:t>
            </a:r>
            <a:endParaRPr i="1"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“Gestion des articles”.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“Gestion des catégories”.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“Se déconnecter”.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344"/>
              <a:buFont typeface="Arial"/>
              <a:buNone/>
            </a:pPr>
            <a:r>
              <a:rPr b="1" lang="en" sz="1422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Sur la page des Articles :</a:t>
            </a:r>
            <a:endParaRPr b="1" sz="1422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Visualiser la liste des articles.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“Ajouter un article”.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l’icône “Modifier” d’une ligne.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Cliquer sur l’icône “Supprimer” d’une ligne.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344"/>
              <a:buFont typeface="Arial"/>
              <a:buNone/>
            </a:pPr>
            <a:r>
              <a:rPr b="1" lang="en" sz="1422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Sur le formulaire d’Article :</a:t>
            </a:r>
            <a:endParaRPr b="1" sz="1422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Remplir le formulaire (Titre, Image, Catégorie, Contenu) et Enregistrer.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344"/>
              <a:buFont typeface="Arial"/>
              <a:buNone/>
            </a:pPr>
            <a:r>
              <a:rPr b="1" lang="en" sz="1422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Sur les pages des Catégories (Liste et Formulaire) :</a:t>
            </a:r>
            <a:endParaRPr b="1" sz="1422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Voir la liste des catégories.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Ajouter une catégorie (Remplir et Enregistrer).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Modifier une catégorie.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Supprimer une catégorie.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