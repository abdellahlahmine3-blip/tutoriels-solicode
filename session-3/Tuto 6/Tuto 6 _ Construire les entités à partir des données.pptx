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74250" y="134100"/>
            <a:ext cx="8520600" cy="48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ARTICLE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id_article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titre_article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contenu_article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date_publication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statut_article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image_article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id_auteur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id_categorie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AUTEUR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id_auteur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nom_auteur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prenom_auteur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email_auteur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id_ville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VILLE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id_ville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nom_ville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CATEGORIE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---------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id_categorie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nom_categorie</a:t>
            </a:r>
            <a:endParaRPr b="1" sz="1050">
              <a:solidFill>
                <a:srgbClr val="1C5BBA"/>
              </a:solidFill>
              <a:highlight>
                <a:srgbClr val="E0ED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description_categorie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