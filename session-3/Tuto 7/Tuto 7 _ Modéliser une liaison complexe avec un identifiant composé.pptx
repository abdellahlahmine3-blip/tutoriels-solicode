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04225"/>
            <a:ext cx="8520600" cy="49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id_client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Nom_clien</a:t>
            </a: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COMMANDE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id_commande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date_commande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id_client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PRODUIT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id_produit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nom_produit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LIGNE_COMMANDE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--------------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id_commande, id_produit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Quantite_commandee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172A"/>
                </a:solidFill>
                <a:highlight>
                  <a:srgbClr val="F8FAFC"/>
                </a:highlight>
              </a:rPr>
              <a:t>Explications :</a:t>
            </a:r>
            <a:endParaRPr b="1" sz="1700">
              <a:solidFill>
                <a:srgbClr val="0F172A"/>
              </a:solidFill>
              <a:highlight>
                <a:srgbClr val="F8FAFC"/>
              </a:highlight>
            </a:endParaRPr>
          </a:p>
          <a:p>
            <a:pPr indent="-28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L’entité </a:t>
            </a:r>
            <a:r>
              <a:rPr b="1" lang="en" sz="1050">
                <a:solidFill>
                  <a:srgbClr val="1E293B"/>
                </a:solidFill>
                <a:highlight>
                  <a:srgbClr val="F8FAFC"/>
                </a:highlight>
              </a:rPr>
              <a:t>Commande</a:t>
            </a: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 possède la clé étrangère </a:t>
            </a: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id_client</a:t>
            </a: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 car chaque commande est rattachée à un seul client.</a:t>
            </a:r>
            <a:endParaRPr sz="10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28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L’entité </a:t>
            </a:r>
            <a:r>
              <a:rPr b="1" lang="en" sz="1050">
                <a:solidFill>
                  <a:srgbClr val="1E293B"/>
                </a:solidFill>
                <a:highlight>
                  <a:srgbClr val="F8FAFC"/>
                </a:highlight>
              </a:rPr>
              <a:t>Ligne_Commande</a:t>
            </a: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 permet de relier les commandes et les produits. Son identifiant est composé des identifiants des deux autres entités (</a:t>
            </a: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id_commande, id_produit</a:t>
            </a: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).</a:t>
            </a:r>
            <a:endParaRPr sz="10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28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La donnée </a:t>
            </a: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quantite_commandee</a:t>
            </a: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 est placée logiquement dans </a:t>
            </a:r>
            <a:r>
              <a:rPr b="1" lang="en" sz="1050">
                <a:solidFill>
                  <a:srgbClr val="1E293B"/>
                </a:solidFill>
                <a:highlight>
                  <a:srgbClr val="F8FAFC"/>
                </a:highlight>
              </a:rPr>
              <a:t>Ligne_Commande</a:t>
            </a:r>
            <a:r>
              <a:rPr lang="en" sz="1050">
                <a:solidFill>
                  <a:srgbClr val="1E293B"/>
                </a:solidFill>
                <a:highlight>
                  <a:srgbClr val="F8FAFC"/>
                </a:highlight>
              </a:rPr>
              <a:t> car elle dépend à la fois de la commande et du produit.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